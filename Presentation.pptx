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ROS2 로봇암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두산 E0509 협동로봇 제어 GUI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ROS2 환경에서 두산 E0509 로봇암 시뮬레이션 제어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사용자 입력 좌표로 End-Effector 이동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PyQt5 기반 GUI로 직관적인 조작 제공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개발 환경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Ubuntu 22.04 + ROS2 Humble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Python 3.10 + PyQt5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Gazebo + Doosan Emulator (Docker)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100">
                <a:solidFill>
                  <a:srgbClr val="2C3E5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사용자 (GUI 입력)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│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MainWindow (PyQt5 GUI)                     │</a:t>
            </a:r>
            <a:br/>
            <a:r>
              <a:t>│         좌표 입력 / 옵션 설정 / 상태 모니터링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│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MoveThread (QThread)                        │</a:t>
            </a:r>
            <a:br/>
            <a:r>
              <a:t>│              비동기 이동 명령 / 정지 플래그 감시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│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RobotController                             │</a:t>
            </a:r>
            <a:br/>
            <a:r>
              <a:t>│    ROS2 서비스 호출 (MoveLine, MoveJoint, MoveStop, Ikin)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│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Doosan Emulator + Gazebo Simulation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GUI 구성 (2열 레이아웃)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왼쪽: 제어 패널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프리셋 위치 버튼 (홈, 전방, 좌측 등)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좌표 입력 (X, Y, Z, RX, RY, RZ)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역기구학(Ikin) 검증 후 목록 추가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좌표 목록 관리 (삭제, 저장, 불러오기)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옵션 설정 (절대/상대, 속도, 가속도)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실행/정지 버튼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이전 위치 복귀 / 홈 복귀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오른쪽: 상태 모니터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로봇 연결 상태 표시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동작 상태 (대기/이동중/완료/정지/오류)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관절 각도 (J1~J6, degree)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End-Effector 위치 (X, Y, Z mm)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실시간 로그 출력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※ 상단 상태바로 핵심 정보 요약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기능 - 동작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1. 사용자가 목표 좌표 (X, Y, Z, RX, RY, RZ) 입력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2. 역기구학(Ikin) 서비스로 도달 가능 여부 검증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3. 검증 통과 시 좌표 목록에 추가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4. '실행' 클릭 시 MoveThread 시작 (별도 스레드)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5. MoveLine 서비스로 순차 이동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6. 실시간 관절/위치 상태 업데이트 (FK 계산)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7. 목표 도달 확인 (5mm 오차 허용)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8. '정지' 클릭 시 MoveStop으로 즉시 정지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기능 - 좌표 입력 및 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좌표 입력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위치: X, Y, Z (mm) - Base 기준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자세: RX, RY, RZ (degree) - Roll, Pitch, Yaw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옵션 설정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절대 좌표: 로봇 베이스 기준 위치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상대 좌표: 현재 위치 기준 오프셋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속도: End-Effector 이동 속도 (mm/s)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가속도: End-Effector 가속도 (mm/s²)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프리셋 위치: 홈, 전방, 좌측, 우측, 높음, 낮음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주요 기능 - 안전 및 편의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안전 기능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정지 버튼: MoveStop 서비스로 즉시 정지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이전 위치 복귀: 마지막 도달 위치로 복귀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홈 복귀: 작업 자세(싱귤러리티 회피)로 이동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편의 기능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좌표 저장: JSON 파일로 좌표 목록 저장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좌표 불러오기: 저장된 파일에서 복원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작업 자세 전환: Ready Position으로 이동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Core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ROS2 Humble Hawksbill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Python 3.10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PyQt5 5.15+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Gazebo Simulation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Doosan Emulator (Docker)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ROS2 Services /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/dsr01/motion/move_line (직선 이동)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/dsr01/motion/move_joint (관절 이동)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/dsr01/motion/move_stop (정지)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/dsr01/motion/ikin (역기구학)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/dsr01/motion/fkin (순기구학)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/dsr01/joint_states (관절 상태)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스레드 구조 (QThread)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메인 스레드 (Qt Event Loop)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GUI 이벤트 처리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ROS2 spin_once 호출 (QTimer 10ms)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상태 업데이트 (QTimer 1000ms)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MoveThread (워커 스레드)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좌표 목록 순회 및 이동 명령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서비스 응답 폴링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정지 플래그 감시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목표 도달 확인 (FK로 위치 계산)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패키지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my_ros2_assignment/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package.xml, setup.py, setup.cfg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my_ros2_assignment/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  •     main_node.py - ROS2 노드 + Qt 통합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  •     gui/main_window.py - PyQt5 GUI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  •     robot/controller.py - 로봇 제어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  •     threads/move_thread.py - 이동 스레드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실행 명령: ros2 run my_ros2_assignment robot_gui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데모 - GUI 스크린샷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[ GUI 스크린샷 삽입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구현 완료 사항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PyQt5 GUI (코드 직접 구현, 2열 레이아웃)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좌표 입력 및 목록 관리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절대/상대 좌표, 속도/가속도 설정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별도 스레드(QThread)로 이동 처리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실시간 상태 모니터링 (연결, 관절, 위치, 로그)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추가 구현 기능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안전 기능: 정지, 이전 위치 복귀, 홈 복귀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  • 편의 기능: 좌표 저장/불러오기, 프리셋 위치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